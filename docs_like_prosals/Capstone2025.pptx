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6" r:id="rId2"/>
    <p:sldId id="265" r:id="rId3"/>
    <p:sldId id="267" r:id="rId4"/>
    <p:sldId id="270" r:id="rId5"/>
    <p:sldId id="271" r:id="rId6"/>
    <p:sldId id="272" r:id="rId7"/>
    <p:sldId id="273" r:id="rId8"/>
    <p:sldId id="274" r:id="rId9"/>
    <p:sldId id="275" r:id="rId10"/>
    <p:sldId id="27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730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>
      <p:cViewPr varScale="1">
        <p:scale>
          <a:sx n="82" d="100"/>
          <a:sy n="82" d="100"/>
        </p:scale>
        <p:origin x="720" y="72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10" Type="http://schemas.openxmlformats.org/officeDocument/2006/relationships/image" Target="../media/image19.svg"/><Relationship Id="rId4" Type="http://schemas.openxmlformats.org/officeDocument/2006/relationships/image" Target="../media/image13.svg"/><Relationship Id="rId9" Type="http://schemas.openxmlformats.org/officeDocument/2006/relationships/image" Target="../media/image18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10" Type="http://schemas.openxmlformats.org/officeDocument/2006/relationships/image" Target="../media/image19.svg"/><Relationship Id="rId4" Type="http://schemas.openxmlformats.org/officeDocument/2006/relationships/image" Target="../media/image13.svg"/><Relationship Id="rId9" Type="http://schemas.openxmlformats.org/officeDocument/2006/relationships/image" Target="../media/image18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C91E3FA-548C-408A-906C-726A700567B3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CFFE56E4-5AA4-46B4-839E-25AFCAC47658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Integrating Unity and backend via http.</a:t>
          </a:r>
        </a:p>
      </dgm:t>
    </dgm:pt>
    <dgm:pt modelId="{147CFADF-D930-4C30-9778-111B506771AC}" type="parTrans" cxnId="{4613FF54-6436-4F27-B8D7-323603320759}">
      <dgm:prSet/>
      <dgm:spPr/>
      <dgm:t>
        <a:bodyPr/>
        <a:lstStyle/>
        <a:p>
          <a:endParaRPr lang="en-US"/>
        </a:p>
      </dgm:t>
    </dgm:pt>
    <dgm:pt modelId="{9BA426C1-5A21-4832-9448-1F50991117AB}" type="sibTrans" cxnId="{4613FF54-6436-4F27-B8D7-323603320759}">
      <dgm:prSet/>
      <dgm:spPr/>
      <dgm:t>
        <a:bodyPr/>
        <a:lstStyle/>
        <a:p>
          <a:endParaRPr lang="en-US"/>
        </a:p>
      </dgm:t>
    </dgm:pt>
    <dgm:pt modelId="{286AD707-1340-4F68-B5C9-13DD60C152BC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Designing realistic adaptive logic with limited data.</a:t>
          </a:r>
        </a:p>
      </dgm:t>
    </dgm:pt>
    <dgm:pt modelId="{AF34F1CC-1D82-4347-B258-9BA96D7F44B4}" type="parTrans" cxnId="{2B368938-EC21-4C7C-9045-9EB1F3D30E70}">
      <dgm:prSet/>
      <dgm:spPr/>
      <dgm:t>
        <a:bodyPr/>
        <a:lstStyle/>
        <a:p>
          <a:endParaRPr lang="en-US"/>
        </a:p>
      </dgm:t>
    </dgm:pt>
    <dgm:pt modelId="{845DD9A7-940D-4262-A3B5-2872D7CC1B90}" type="sibTrans" cxnId="{2B368938-EC21-4C7C-9045-9EB1F3D30E70}">
      <dgm:prSet/>
      <dgm:spPr/>
      <dgm:t>
        <a:bodyPr/>
        <a:lstStyle/>
        <a:p>
          <a:endParaRPr lang="en-US"/>
        </a:p>
      </dgm:t>
    </dgm:pt>
    <dgm:pt modelId="{97D8CDCB-8679-498E-9541-1601A0EE1853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Balancing learning and performance complexity.</a:t>
          </a:r>
        </a:p>
      </dgm:t>
    </dgm:pt>
    <dgm:pt modelId="{109B2D9F-7AEE-4BE4-A3AE-E5B5E8465C57}" type="parTrans" cxnId="{B8443759-0061-46E1-A782-4DDEFFC4083C}">
      <dgm:prSet/>
      <dgm:spPr/>
      <dgm:t>
        <a:bodyPr/>
        <a:lstStyle/>
        <a:p>
          <a:endParaRPr lang="en-US"/>
        </a:p>
      </dgm:t>
    </dgm:pt>
    <dgm:pt modelId="{4115620E-0C85-414F-A40A-B5FCB285AE57}" type="sibTrans" cxnId="{B8443759-0061-46E1-A782-4DDEFFC4083C}">
      <dgm:prSet/>
      <dgm:spPr/>
      <dgm:t>
        <a:bodyPr/>
        <a:lstStyle/>
        <a:p>
          <a:endParaRPr lang="en-US"/>
        </a:p>
      </dgm:t>
    </dgm:pt>
    <dgm:pt modelId="{0FB27823-7767-4D78-8761-26FD071DBB74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Persistence of NPC state.</a:t>
          </a:r>
        </a:p>
      </dgm:t>
    </dgm:pt>
    <dgm:pt modelId="{AFAA46FB-6AA9-48F4-9B27-A83EBF4A0154}" type="parTrans" cxnId="{E9D5126A-1C48-430B-B7D8-1239E186570E}">
      <dgm:prSet/>
      <dgm:spPr/>
      <dgm:t>
        <a:bodyPr/>
        <a:lstStyle/>
        <a:p>
          <a:endParaRPr lang="en-US"/>
        </a:p>
      </dgm:t>
    </dgm:pt>
    <dgm:pt modelId="{46D3864E-23B6-4D23-9E40-4A97B4CA800D}" type="sibTrans" cxnId="{E9D5126A-1C48-430B-B7D8-1239E186570E}">
      <dgm:prSet/>
      <dgm:spPr/>
      <dgm:t>
        <a:bodyPr/>
        <a:lstStyle/>
        <a:p>
          <a:endParaRPr lang="en-US"/>
        </a:p>
      </dgm:t>
    </dgm:pt>
    <dgm:pt modelId="{5A79BC89-EFC6-4057-A016-185AD5C62591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Training the ai/ml model.</a:t>
          </a:r>
        </a:p>
      </dgm:t>
    </dgm:pt>
    <dgm:pt modelId="{94A61FFF-4B83-440E-9C11-BAE4A83034F6}" type="parTrans" cxnId="{7BF3E206-EB89-4D40-825F-ECFFBD45483B}">
      <dgm:prSet/>
      <dgm:spPr/>
      <dgm:t>
        <a:bodyPr/>
        <a:lstStyle/>
        <a:p>
          <a:endParaRPr lang="en-US"/>
        </a:p>
      </dgm:t>
    </dgm:pt>
    <dgm:pt modelId="{63968982-2044-4870-9C17-EC25ED62C38A}" type="sibTrans" cxnId="{7BF3E206-EB89-4D40-825F-ECFFBD45483B}">
      <dgm:prSet/>
      <dgm:spPr/>
      <dgm:t>
        <a:bodyPr/>
        <a:lstStyle/>
        <a:p>
          <a:endParaRPr lang="en-US"/>
        </a:p>
      </dgm:t>
    </dgm:pt>
    <dgm:pt modelId="{7ADC4B12-0FAE-478A-B817-277E7CB67D4B}" type="pres">
      <dgm:prSet presAssocID="{EC91E3FA-548C-408A-906C-726A700567B3}" presName="root" presStyleCnt="0">
        <dgm:presLayoutVars>
          <dgm:dir/>
          <dgm:resizeHandles val="exact"/>
        </dgm:presLayoutVars>
      </dgm:prSet>
      <dgm:spPr/>
    </dgm:pt>
    <dgm:pt modelId="{8806D531-45E8-4C2A-8C64-6426692F7C2B}" type="pres">
      <dgm:prSet presAssocID="{CFFE56E4-5AA4-46B4-839E-25AFCAC47658}" presName="compNode" presStyleCnt="0"/>
      <dgm:spPr/>
    </dgm:pt>
    <dgm:pt modelId="{7A18964C-14B5-4040-8B7D-D8BA04E30F9E}" type="pres">
      <dgm:prSet presAssocID="{CFFE56E4-5AA4-46B4-839E-25AFCAC47658}" presName="iconBgRect" presStyleLbl="bgShp" presStyleIdx="0" presStyleCnt="5"/>
      <dgm:spPr/>
    </dgm:pt>
    <dgm:pt modelId="{EA1831AF-579D-4E8D-8A9E-2908C21D38DB}" type="pres">
      <dgm:prSet presAssocID="{CFFE56E4-5AA4-46B4-839E-25AFCAC47658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Zipper with solid fill"/>
        </a:ext>
      </dgm:extLst>
    </dgm:pt>
    <dgm:pt modelId="{D97F6AE2-ED59-468B-BB3E-F23D339EF1C9}" type="pres">
      <dgm:prSet presAssocID="{CFFE56E4-5AA4-46B4-839E-25AFCAC47658}" presName="spaceRect" presStyleCnt="0"/>
      <dgm:spPr/>
    </dgm:pt>
    <dgm:pt modelId="{257B051B-9F92-44F6-83EA-437758656DEE}" type="pres">
      <dgm:prSet presAssocID="{CFFE56E4-5AA4-46B4-839E-25AFCAC47658}" presName="textRect" presStyleLbl="revTx" presStyleIdx="0" presStyleCnt="5">
        <dgm:presLayoutVars>
          <dgm:chMax val="1"/>
          <dgm:chPref val="1"/>
        </dgm:presLayoutVars>
      </dgm:prSet>
      <dgm:spPr/>
    </dgm:pt>
    <dgm:pt modelId="{A49373C2-ADDC-4BC5-B9BD-D2C308EAFA51}" type="pres">
      <dgm:prSet presAssocID="{9BA426C1-5A21-4832-9448-1F50991117AB}" presName="sibTrans" presStyleCnt="0"/>
      <dgm:spPr/>
    </dgm:pt>
    <dgm:pt modelId="{3A418BF1-F13A-4DA7-86AD-E7589859C1C1}" type="pres">
      <dgm:prSet presAssocID="{286AD707-1340-4F68-B5C9-13DD60C152BC}" presName="compNode" presStyleCnt="0"/>
      <dgm:spPr/>
    </dgm:pt>
    <dgm:pt modelId="{3AC8C3B9-2BAE-491A-A0C8-1D01FA8F334C}" type="pres">
      <dgm:prSet presAssocID="{286AD707-1340-4F68-B5C9-13DD60C152BC}" presName="iconBgRect" presStyleLbl="bgShp" presStyleIdx="1" presStyleCnt="5"/>
      <dgm:spPr/>
    </dgm:pt>
    <dgm:pt modelId="{6D75176D-115E-4E7C-B27B-37C36E9FF2BE}" type="pres">
      <dgm:prSet presAssocID="{286AD707-1340-4F68-B5C9-13DD60C152BC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lp outline"/>
        </a:ext>
      </dgm:extLst>
    </dgm:pt>
    <dgm:pt modelId="{C30AF45F-EC97-40D2-8DE2-2F1CE7C90ACF}" type="pres">
      <dgm:prSet presAssocID="{286AD707-1340-4F68-B5C9-13DD60C152BC}" presName="spaceRect" presStyleCnt="0"/>
      <dgm:spPr/>
    </dgm:pt>
    <dgm:pt modelId="{FCE5A3C3-5C19-4D3E-9DE2-CC903682B8E9}" type="pres">
      <dgm:prSet presAssocID="{286AD707-1340-4F68-B5C9-13DD60C152BC}" presName="textRect" presStyleLbl="revTx" presStyleIdx="1" presStyleCnt="5">
        <dgm:presLayoutVars>
          <dgm:chMax val="1"/>
          <dgm:chPref val="1"/>
        </dgm:presLayoutVars>
      </dgm:prSet>
      <dgm:spPr/>
    </dgm:pt>
    <dgm:pt modelId="{CFAFC54D-A7D6-4DE0-AF8A-2CE8E7AE44AC}" type="pres">
      <dgm:prSet presAssocID="{845DD9A7-940D-4262-A3B5-2872D7CC1B90}" presName="sibTrans" presStyleCnt="0"/>
      <dgm:spPr/>
    </dgm:pt>
    <dgm:pt modelId="{DF264DC1-EE1E-47F0-B2D9-79751A4CD194}" type="pres">
      <dgm:prSet presAssocID="{97D8CDCB-8679-498E-9541-1601A0EE1853}" presName="compNode" presStyleCnt="0"/>
      <dgm:spPr/>
    </dgm:pt>
    <dgm:pt modelId="{F6B6D07D-376D-4E38-A2F2-AE53E475522F}" type="pres">
      <dgm:prSet presAssocID="{97D8CDCB-8679-498E-9541-1601A0EE1853}" presName="iconBgRect" presStyleLbl="bgShp" presStyleIdx="2" presStyleCnt="5"/>
      <dgm:spPr/>
    </dgm:pt>
    <dgm:pt modelId="{E3A59CAD-65B6-4EF2-B521-7A7077EF2EA3}" type="pres">
      <dgm:prSet presAssocID="{97D8CDCB-8679-498E-9541-1601A0EE1853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rror"/>
        </a:ext>
      </dgm:extLst>
    </dgm:pt>
    <dgm:pt modelId="{F8581D90-3239-40C9-BAA9-2BB665183CB1}" type="pres">
      <dgm:prSet presAssocID="{97D8CDCB-8679-498E-9541-1601A0EE1853}" presName="spaceRect" presStyleCnt="0"/>
      <dgm:spPr/>
    </dgm:pt>
    <dgm:pt modelId="{0FD3784F-E124-49E7-943D-11BB64E0749B}" type="pres">
      <dgm:prSet presAssocID="{97D8CDCB-8679-498E-9541-1601A0EE1853}" presName="textRect" presStyleLbl="revTx" presStyleIdx="2" presStyleCnt="5">
        <dgm:presLayoutVars>
          <dgm:chMax val="1"/>
          <dgm:chPref val="1"/>
        </dgm:presLayoutVars>
      </dgm:prSet>
      <dgm:spPr/>
    </dgm:pt>
    <dgm:pt modelId="{FF0B3A48-F5BE-4BD5-BEBA-F0AFFFBBDE6A}" type="pres">
      <dgm:prSet presAssocID="{4115620E-0C85-414F-A40A-B5FCB285AE57}" presName="sibTrans" presStyleCnt="0"/>
      <dgm:spPr/>
    </dgm:pt>
    <dgm:pt modelId="{004474BD-05B6-43F3-A662-582A2F9E3DF9}" type="pres">
      <dgm:prSet presAssocID="{0FB27823-7767-4D78-8761-26FD071DBB74}" presName="compNode" presStyleCnt="0"/>
      <dgm:spPr/>
    </dgm:pt>
    <dgm:pt modelId="{50B6B6BA-EAAB-45F4-8BF7-098056183FAA}" type="pres">
      <dgm:prSet presAssocID="{0FB27823-7767-4D78-8761-26FD071DBB74}" presName="iconBgRect" presStyleLbl="bgShp" presStyleIdx="3" presStyleCnt="5"/>
      <dgm:spPr/>
    </dgm:pt>
    <dgm:pt modelId="{4FA11847-4AD9-4EED-A326-00A8AE2D0D16}" type="pres">
      <dgm:prSet presAssocID="{0FB27823-7767-4D78-8761-26FD071DBB74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lth"/>
        </a:ext>
      </dgm:extLst>
    </dgm:pt>
    <dgm:pt modelId="{966C0E93-B0A1-496B-B5F3-8A68CFF46951}" type="pres">
      <dgm:prSet presAssocID="{0FB27823-7767-4D78-8761-26FD071DBB74}" presName="spaceRect" presStyleCnt="0"/>
      <dgm:spPr/>
    </dgm:pt>
    <dgm:pt modelId="{063C6A05-37CD-4B0C-96FC-3362C8CEF942}" type="pres">
      <dgm:prSet presAssocID="{0FB27823-7767-4D78-8761-26FD071DBB74}" presName="textRect" presStyleLbl="revTx" presStyleIdx="3" presStyleCnt="5">
        <dgm:presLayoutVars>
          <dgm:chMax val="1"/>
          <dgm:chPref val="1"/>
        </dgm:presLayoutVars>
      </dgm:prSet>
      <dgm:spPr/>
    </dgm:pt>
    <dgm:pt modelId="{C008BB11-73A4-426C-A5B7-CCF4AE1B2304}" type="pres">
      <dgm:prSet presAssocID="{46D3864E-23B6-4D23-9E40-4A97B4CA800D}" presName="sibTrans" presStyleCnt="0"/>
      <dgm:spPr/>
    </dgm:pt>
    <dgm:pt modelId="{D4A1EA6F-B51D-4E35-B81E-ED4A8574BBC4}" type="pres">
      <dgm:prSet presAssocID="{5A79BC89-EFC6-4057-A016-185AD5C62591}" presName="compNode" presStyleCnt="0"/>
      <dgm:spPr/>
    </dgm:pt>
    <dgm:pt modelId="{5943F6BE-DF7D-42EE-BE7F-F8438A13547B}" type="pres">
      <dgm:prSet presAssocID="{5A79BC89-EFC6-4057-A016-185AD5C62591}" presName="iconBgRect" presStyleLbl="bgShp" presStyleIdx="4" presStyleCnt="5"/>
      <dgm:spPr/>
    </dgm:pt>
    <dgm:pt modelId="{9419500D-C70F-4EBA-92DD-4BEB8A546B2A}" type="pres">
      <dgm:prSet presAssocID="{5A79BC89-EFC6-4057-A016-185AD5C62591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RM Customer Insights App"/>
        </a:ext>
      </dgm:extLst>
    </dgm:pt>
    <dgm:pt modelId="{8BECE3DC-6F96-490E-8FF5-049C667D4754}" type="pres">
      <dgm:prSet presAssocID="{5A79BC89-EFC6-4057-A016-185AD5C62591}" presName="spaceRect" presStyleCnt="0"/>
      <dgm:spPr/>
    </dgm:pt>
    <dgm:pt modelId="{8E6BF929-2296-4FD6-9A70-79EA342398E9}" type="pres">
      <dgm:prSet presAssocID="{5A79BC89-EFC6-4057-A016-185AD5C62591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7BF3E206-EB89-4D40-825F-ECFFBD45483B}" srcId="{EC91E3FA-548C-408A-906C-726A700567B3}" destId="{5A79BC89-EFC6-4057-A016-185AD5C62591}" srcOrd="4" destOrd="0" parTransId="{94A61FFF-4B83-440E-9C11-BAE4A83034F6}" sibTransId="{63968982-2044-4870-9C17-EC25ED62C38A}"/>
    <dgm:cxn modelId="{10B15909-3D4D-4675-A785-023D2EA6F4F2}" type="presOf" srcId="{286AD707-1340-4F68-B5C9-13DD60C152BC}" destId="{FCE5A3C3-5C19-4D3E-9DE2-CC903682B8E9}" srcOrd="0" destOrd="0" presId="urn:microsoft.com/office/officeart/2018/5/layout/IconCircleLabelList"/>
    <dgm:cxn modelId="{50A15D38-CBC6-4B42-86E3-DC6778EF4E9D}" type="presOf" srcId="{5A79BC89-EFC6-4057-A016-185AD5C62591}" destId="{8E6BF929-2296-4FD6-9A70-79EA342398E9}" srcOrd="0" destOrd="0" presId="urn:microsoft.com/office/officeart/2018/5/layout/IconCircleLabelList"/>
    <dgm:cxn modelId="{2B368938-EC21-4C7C-9045-9EB1F3D30E70}" srcId="{EC91E3FA-548C-408A-906C-726A700567B3}" destId="{286AD707-1340-4F68-B5C9-13DD60C152BC}" srcOrd="1" destOrd="0" parTransId="{AF34F1CC-1D82-4347-B258-9BA96D7F44B4}" sibTransId="{845DD9A7-940D-4262-A3B5-2872D7CC1B90}"/>
    <dgm:cxn modelId="{C0623A39-FC81-4ABC-BA83-E37F25715B7E}" type="presOf" srcId="{EC91E3FA-548C-408A-906C-726A700567B3}" destId="{7ADC4B12-0FAE-478A-B817-277E7CB67D4B}" srcOrd="0" destOrd="0" presId="urn:microsoft.com/office/officeart/2018/5/layout/IconCircleLabelList"/>
    <dgm:cxn modelId="{574ABB61-16DF-4C5C-BD1F-B49575EEEB9E}" type="presOf" srcId="{0FB27823-7767-4D78-8761-26FD071DBB74}" destId="{063C6A05-37CD-4B0C-96FC-3362C8CEF942}" srcOrd="0" destOrd="0" presId="urn:microsoft.com/office/officeart/2018/5/layout/IconCircleLabelList"/>
    <dgm:cxn modelId="{E9D5126A-1C48-430B-B7D8-1239E186570E}" srcId="{EC91E3FA-548C-408A-906C-726A700567B3}" destId="{0FB27823-7767-4D78-8761-26FD071DBB74}" srcOrd="3" destOrd="0" parTransId="{AFAA46FB-6AA9-48F4-9B27-A83EBF4A0154}" sibTransId="{46D3864E-23B6-4D23-9E40-4A97B4CA800D}"/>
    <dgm:cxn modelId="{4613FF54-6436-4F27-B8D7-323603320759}" srcId="{EC91E3FA-548C-408A-906C-726A700567B3}" destId="{CFFE56E4-5AA4-46B4-839E-25AFCAC47658}" srcOrd="0" destOrd="0" parTransId="{147CFADF-D930-4C30-9778-111B506771AC}" sibTransId="{9BA426C1-5A21-4832-9448-1F50991117AB}"/>
    <dgm:cxn modelId="{B8443759-0061-46E1-A782-4DDEFFC4083C}" srcId="{EC91E3FA-548C-408A-906C-726A700567B3}" destId="{97D8CDCB-8679-498E-9541-1601A0EE1853}" srcOrd="2" destOrd="0" parTransId="{109B2D9F-7AEE-4BE4-A3AE-E5B5E8465C57}" sibTransId="{4115620E-0C85-414F-A40A-B5FCB285AE57}"/>
    <dgm:cxn modelId="{408F3C96-9B58-4F7E-81CE-7FD243F85CBF}" type="presOf" srcId="{CFFE56E4-5AA4-46B4-839E-25AFCAC47658}" destId="{257B051B-9F92-44F6-83EA-437758656DEE}" srcOrd="0" destOrd="0" presId="urn:microsoft.com/office/officeart/2018/5/layout/IconCircleLabelList"/>
    <dgm:cxn modelId="{2C5D00A5-E582-41FD-BB9C-4A110E4584C9}" type="presOf" srcId="{97D8CDCB-8679-498E-9541-1601A0EE1853}" destId="{0FD3784F-E124-49E7-943D-11BB64E0749B}" srcOrd="0" destOrd="0" presId="urn:microsoft.com/office/officeart/2018/5/layout/IconCircleLabelList"/>
    <dgm:cxn modelId="{09EB79E4-BF43-4F46-9D1A-1854DFCC0ABF}" type="presParOf" srcId="{7ADC4B12-0FAE-478A-B817-277E7CB67D4B}" destId="{8806D531-45E8-4C2A-8C64-6426692F7C2B}" srcOrd="0" destOrd="0" presId="urn:microsoft.com/office/officeart/2018/5/layout/IconCircleLabelList"/>
    <dgm:cxn modelId="{0C341124-66DC-441D-9533-E5EC0EF5E2B1}" type="presParOf" srcId="{8806D531-45E8-4C2A-8C64-6426692F7C2B}" destId="{7A18964C-14B5-4040-8B7D-D8BA04E30F9E}" srcOrd="0" destOrd="0" presId="urn:microsoft.com/office/officeart/2018/5/layout/IconCircleLabelList"/>
    <dgm:cxn modelId="{30315BEB-16D0-4E2E-9C12-100B41179C16}" type="presParOf" srcId="{8806D531-45E8-4C2A-8C64-6426692F7C2B}" destId="{EA1831AF-579D-4E8D-8A9E-2908C21D38DB}" srcOrd="1" destOrd="0" presId="urn:microsoft.com/office/officeart/2018/5/layout/IconCircleLabelList"/>
    <dgm:cxn modelId="{EEE9FE33-F475-45F7-A308-777A842FDC9E}" type="presParOf" srcId="{8806D531-45E8-4C2A-8C64-6426692F7C2B}" destId="{D97F6AE2-ED59-468B-BB3E-F23D339EF1C9}" srcOrd="2" destOrd="0" presId="urn:microsoft.com/office/officeart/2018/5/layout/IconCircleLabelList"/>
    <dgm:cxn modelId="{BE379459-8AB5-4EA3-9C2B-17FF8D511483}" type="presParOf" srcId="{8806D531-45E8-4C2A-8C64-6426692F7C2B}" destId="{257B051B-9F92-44F6-83EA-437758656DEE}" srcOrd="3" destOrd="0" presId="urn:microsoft.com/office/officeart/2018/5/layout/IconCircleLabelList"/>
    <dgm:cxn modelId="{A891F0ED-1C58-416A-85F7-72BFFE9055A1}" type="presParOf" srcId="{7ADC4B12-0FAE-478A-B817-277E7CB67D4B}" destId="{A49373C2-ADDC-4BC5-B9BD-D2C308EAFA51}" srcOrd="1" destOrd="0" presId="urn:microsoft.com/office/officeart/2018/5/layout/IconCircleLabelList"/>
    <dgm:cxn modelId="{DFFBE8D5-835B-42DD-A862-FDB4A1C3FC90}" type="presParOf" srcId="{7ADC4B12-0FAE-478A-B817-277E7CB67D4B}" destId="{3A418BF1-F13A-4DA7-86AD-E7589859C1C1}" srcOrd="2" destOrd="0" presId="urn:microsoft.com/office/officeart/2018/5/layout/IconCircleLabelList"/>
    <dgm:cxn modelId="{8F109B53-4491-4621-8806-9EF5A451FF14}" type="presParOf" srcId="{3A418BF1-F13A-4DA7-86AD-E7589859C1C1}" destId="{3AC8C3B9-2BAE-491A-A0C8-1D01FA8F334C}" srcOrd="0" destOrd="0" presId="urn:microsoft.com/office/officeart/2018/5/layout/IconCircleLabelList"/>
    <dgm:cxn modelId="{F3E29DDF-CBA0-45DF-80F6-0254A785BEB5}" type="presParOf" srcId="{3A418BF1-F13A-4DA7-86AD-E7589859C1C1}" destId="{6D75176D-115E-4E7C-B27B-37C36E9FF2BE}" srcOrd="1" destOrd="0" presId="urn:microsoft.com/office/officeart/2018/5/layout/IconCircleLabelList"/>
    <dgm:cxn modelId="{B1030D5C-017E-49CB-B0A8-E1567D24EA9F}" type="presParOf" srcId="{3A418BF1-F13A-4DA7-86AD-E7589859C1C1}" destId="{C30AF45F-EC97-40D2-8DE2-2F1CE7C90ACF}" srcOrd="2" destOrd="0" presId="urn:microsoft.com/office/officeart/2018/5/layout/IconCircleLabelList"/>
    <dgm:cxn modelId="{A3B8FB7C-7EAF-4A9F-AA86-09BED3026B37}" type="presParOf" srcId="{3A418BF1-F13A-4DA7-86AD-E7589859C1C1}" destId="{FCE5A3C3-5C19-4D3E-9DE2-CC903682B8E9}" srcOrd="3" destOrd="0" presId="urn:microsoft.com/office/officeart/2018/5/layout/IconCircleLabelList"/>
    <dgm:cxn modelId="{9D4BCBF7-74C7-46D2-B387-F3FAACBB88EE}" type="presParOf" srcId="{7ADC4B12-0FAE-478A-B817-277E7CB67D4B}" destId="{CFAFC54D-A7D6-4DE0-AF8A-2CE8E7AE44AC}" srcOrd="3" destOrd="0" presId="urn:microsoft.com/office/officeart/2018/5/layout/IconCircleLabelList"/>
    <dgm:cxn modelId="{AF6103D0-2617-4086-9342-388F5B3326C2}" type="presParOf" srcId="{7ADC4B12-0FAE-478A-B817-277E7CB67D4B}" destId="{DF264DC1-EE1E-47F0-B2D9-79751A4CD194}" srcOrd="4" destOrd="0" presId="urn:microsoft.com/office/officeart/2018/5/layout/IconCircleLabelList"/>
    <dgm:cxn modelId="{8375F65B-B858-4106-A558-AFAC3ACE0097}" type="presParOf" srcId="{DF264DC1-EE1E-47F0-B2D9-79751A4CD194}" destId="{F6B6D07D-376D-4E38-A2F2-AE53E475522F}" srcOrd="0" destOrd="0" presId="urn:microsoft.com/office/officeart/2018/5/layout/IconCircleLabelList"/>
    <dgm:cxn modelId="{7761C1D3-A045-437E-A73F-F0411E54244C}" type="presParOf" srcId="{DF264DC1-EE1E-47F0-B2D9-79751A4CD194}" destId="{E3A59CAD-65B6-4EF2-B521-7A7077EF2EA3}" srcOrd="1" destOrd="0" presId="urn:microsoft.com/office/officeart/2018/5/layout/IconCircleLabelList"/>
    <dgm:cxn modelId="{F7B5B224-763C-456D-AFD9-FD78FA9D4355}" type="presParOf" srcId="{DF264DC1-EE1E-47F0-B2D9-79751A4CD194}" destId="{F8581D90-3239-40C9-BAA9-2BB665183CB1}" srcOrd="2" destOrd="0" presId="urn:microsoft.com/office/officeart/2018/5/layout/IconCircleLabelList"/>
    <dgm:cxn modelId="{F3E6A2AD-903F-4618-9CD4-6A2A58B6B0DD}" type="presParOf" srcId="{DF264DC1-EE1E-47F0-B2D9-79751A4CD194}" destId="{0FD3784F-E124-49E7-943D-11BB64E0749B}" srcOrd="3" destOrd="0" presId="urn:microsoft.com/office/officeart/2018/5/layout/IconCircleLabelList"/>
    <dgm:cxn modelId="{863DE092-DA3A-4715-95A6-405DF0DF4DDC}" type="presParOf" srcId="{7ADC4B12-0FAE-478A-B817-277E7CB67D4B}" destId="{FF0B3A48-F5BE-4BD5-BEBA-F0AFFFBBDE6A}" srcOrd="5" destOrd="0" presId="urn:microsoft.com/office/officeart/2018/5/layout/IconCircleLabelList"/>
    <dgm:cxn modelId="{9AA7995B-DD40-4F06-800E-B04D1ED1F1E4}" type="presParOf" srcId="{7ADC4B12-0FAE-478A-B817-277E7CB67D4B}" destId="{004474BD-05B6-43F3-A662-582A2F9E3DF9}" srcOrd="6" destOrd="0" presId="urn:microsoft.com/office/officeart/2018/5/layout/IconCircleLabelList"/>
    <dgm:cxn modelId="{475D5A43-C0C5-439A-AB11-B05D8FCE0937}" type="presParOf" srcId="{004474BD-05B6-43F3-A662-582A2F9E3DF9}" destId="{50B6B6BA-EAAB-45F4-8BF7-098056183FAA}" srcOrd="0" destOrd="0" presId="urn:microsoft.com/office/officeart/2018/5/layout/IconCircleLabelList"/>
    <dgm:cxn modelId="{D55FC0B4-5446-49D6-875A-6309D6F953C1}" type="presParOf" srcId="{004474BD-05B6-43F3-A662-582A2F9E3DF9}" destId="{4FA11847-4AD9-4EED-A326-00A8AE2D0D16}" srcOrd="1" destOrd="0" presId="urn:microsoft.com/office/officeart/2018/5/layout/IconCircleLabelList"/>
    <dgm:cxn modelId="{D2BFEF01-1095-440D-8615-6C808C99F60F}" type="presParOf" srcId="{004474BD-05B6-43F3-A662-582A2F9E3DF9}" destId="{966C0E93-B0A1-496B-B5F3-8A68CFF46951}" srcOrd="2" destOrd="0" presId="urn:microsoft.com/office/officeart/2018/5/layout/IconCircleLabelList"/>
    <dgm:cxn modelId="{F645C3BE-4C39-4BB2-B7BD-A2FA21F7299A}" type="presParOf" srcId="{004474BD-05B6-43F3-A662-582A2F9E3DF9}" destId="{063C6A05-37CD-4B0C-96FC-3362C8CEF942}" srcOrd="3" destOrd="0" presId="urn:microsoft.com/office/officeart/2018/5/layout/IconCircleLabelList"/>
    <dgm:cxn modelId="{F95A4ABB-B575-4EC3-8C90-642373136768}" type="presParOf" srcId="{7ADC4B12-0FAE-478A-B817-277E7CB67D4B}" destId="{C008BB11-73A4-426C-A5B7-CCF4AE1B2304}" srcOrd="7" destOrd="0" presId="urn:microsoft.com/office/officeart/2018/5/layout/IconCircleLabelList"/>
    <dgm:cxn modelId="{AE4A7B4C-2506-4335-9FDB-DC2DE1D15A62}" type="presParOf" srcId="{7ADC4B12-0FAE-478A-B817-277E7CB67D4B}" destId="{D4A1EA6F-B51D-4E35-B81E-ED4A8574BBC4}" srcOrd="8" destOrd="0" presId="urn:microsoft.com/office/officeart/2018/5/layout/IconCircleLabelList"/>
    <dgm:cxn modelId="{B92832CC-2755-4808-91B4-7D3774B56748}" type="presParOf" srcId="{D4A1EA6F-B51D-4E35-B81E-ED4A8574BBC4}" destId="{5943F6BE-DF7D-42EE-BE7F-F8438A13547B}" srcOrd="0" destOrd="0" presId="urn:microsoft.com/office/officeart/2018/5/layout/IconCircleLabelList"/>
    <dgm:cxn modelId="{61396D81-298A-4232-B21F-9E5655778335}" type="presParOf" srcId="{D4A1EA6F-B51D-4E35-B81E-ED4A8574BBC4}" destId="{9419500D-C70F-4EBA-92DD-4BEB8A546B2A}" srcOrd="1" destOrd="0" presId="urn:microsoft.com/office/officeart/2018/5/layout/IconCircleLabelList"/>
    <dgm:cxn modelId="{35330804-11E5-41F6-9285-93D1C5442152}" type="presParOf" srcId="{D4A1EA6F-B51D-4E35-B81E-ED4A8574BBC4}" destId="{8BECE3DC-6F96-490E-8FF5-049C667D4754}" srcOrd="2" destOrd="0" presId="urn:microsoft.com/office/officeart/2018/5/layout/IconCircleLabelList"/>
    <dgm:cxn modelId="{662AEA5B-BABB-4761-BBBA-BBCC72E4C0AE}" type="presParOf" srcId="{D4A1EA6F-B51D-4E35-B81E-ED4A8574BBC4}" destId="{8E6BF929-2296-4FD6-9A70-79EA342398E9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18964C-14B5-4040-8B7D-D8BA04E30F9E}">
      <dsp:nvSpPr>
        <dsp:cNvPr id="0" name=""/>
        <dsp:cNvSpPr/>
      </dsp:nvSpPr>
      <dsp:spPr>
        <a:xfrm>
          <a:off x="337304" y="637985"/>
          <a:ext cx="1043314" cy="1043314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A1831AF-579D-4E8D-8A9E-2908C21D38DB}">
      <dsp:nvSpPr>
        <dsp:cNvPr id="0" name=""/>
        <dsp:cNvSpPr/>
      </dsp:nvSpPr>
      <dsp:spPr>
        <a:xfrm>
          <a:off x="559650" y="860330"/>
          <a:ext cx="598623" cy="59862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7B051B-9F92-44F6-83EA-437758656DEE}">
      <dsp:nvSpPr>
        <dsp:cNvPr id="0" name=""/>
        <dsp:cNvSpPr/>
      </dsp:nvSpPr>
      <dsp:spPr>
        <a:xfrm>
          <a:off x="3786" y="2006266"/>
          <a:ext cx="1710351" cy="6841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 dirty="0"/>
            <a:t>Integrating Unity and backend via http.</a:t>
          </a:r>
        </a:p>
      </dsp:txBody>
      <dsp:txXfrm>
        <a:off x="3786" y="2006266"/>
        <a:ext cx="1710351" cy="684140"/>
      </dsp:txXfrm>
    </dsp:sp>
    <dsp:sp modelId="{3AC8C3B9-2BAE-491A-A0C8-1D01FA8F334C}">
      <dsp:nvSpPr>
        <dsp:cNvPr id="0" name=""/>
        <dsp:cNvSpPr/>
      </dsp:nvSpPr>
      <dsp:spPr>
        <a:xfrm>
          <a:off x="2346967" y="637985"/>
          <a:ext cx="1043314" cy="1043314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D75176D-115E-4E7C-B27B-37C36E9FF2BE}">
      <dsp:nvSpPr>
        <dsp:cNvPr id="0" name=""/>
        <dsp:cNvSpPr/>
      </dsp:nvSpPr>
      <dsp:spPr>
        <a:xfrm>
          <a:off x="2569313" y="860330"/>
          <a:ext cx="598623" cy="59862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E5A3C3-5C19-4D3E-9DE2-CC903682B8E9}">
      <dsp:nvSpPr>
        <dsp:cNvPr id="0" name=""/>
        <dsp:cNvSpPr/>
      </dsp:nvSpPr>
      <dsp:spPr>
        <a:xfrm>
          <a:off x="2013449" y="2006266"/>
          <a:ext cx="1710351" cy="6841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 dirty="0"/>
            <a:t>Designing realistic adaptive logic with limited data.</a:t>
          </a:r>
        </a:p>
      </dsp:txBody>
      <dsp:txXfrm>
        <a:off x="2013449" y="2006266"/>
        <a:ext cx="1710351" cy="684140"/>
      </dsp:txXfrm>
    </dsp:sp>
    <dsp:sp modelId="{F6B6D07D-376D-4E38-A2F2-AE53E475522F}">
      <dsp:nvSpPr>
        <dsp:cNvPr id="0" name=""/>
        <dsp:cNvSpPr/>
      </dsp:nvSpPr>
      <dsp:spPr>
        <a:xfrm>
          <a:off x="4356630" y="637985"/>
          <a:ext cx="1043314" cy="1043314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3A59CAD-65B6-4EF2-B521-7A7077EF2EA3}">
      <dsp:nvSpPr>
        <dsp:cNvPr id="0" name=""/>
        <dsp:cNvSpPr/>
      </dsp:nvSpPr>
      <dsp:spPr>
        <a:xfrm>
          <a:off x="4578976" y="860330"/>
          <a:ext cx="598623" cy="59862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D3784F-E124-49E7-943D-11BB64E0749B}">
      <dsp:nvSpPr>
        <dsp:cNvPr id="0" name=""/>
        <dsp:cNvSpPr/>
      </dsp:nvSpPr>
      <dsp:spPr>
        <a:xfrm>
          <a:off x="4023112" y="2006266"/>
          <a:ext cx="1710351" cy="6841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 dirty="0"/>
            <a:t>Balancing learning and performance complexity.</a:t>
          </a:r>
        </a:p>
      </dsp:txBody>
      <dsp:txXfrm>
        <a:off x="4023112" y="2006266"/>
        <a:ext cx="1710351" cy="684140"/>
      </dsp:txXfrm>
    </dsp:sp>
    <dsp:sp modelId="{50B6B6BA-EAAB-45F4-8BF7-098056183FAA}">
      <dsp:nvSpPr>
        <dsp:cNvPr id="0" name=""/>
        <dsp:cNvSpPr/>
      </dsp:nvSpPr>
      <dsp:spPr>
        <a:xfrm>
          <a:off x="6366293" y="637985"/>
          <a:ext cx="1043314" cy="1043314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A11847-4AD9-4EED-A326-00A8AE2D0D16}">
      <dsp:nvSpPr>
        <dsp:cNvPr id="0" name=""/>
        <dsp:cNvSpPr/>
      </dsp:nvSpPr>
      <dsp:spPr>
        <a:xfrm>
          <a:off x="6588639" y="860330"/>
          <a:ext cx="598623" cy="59862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3C6A05-37CD-4B0C-96FC-3362C8CEF942}">
      <dsp:nvSpPr>
        <dsp:cNvPr id="0" name=""/>
        <dsp:cNvSpPr/>
      </dsp:nvSpPr>
      <dsp:spPr>
        <a:xfrm>
          <a:off x="6032775" y="2006266"/>
          <a:ext cx="1710351" cy="6841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Persistence of NPC state.</a:t>
          </a:r>
        </a:p>
      </dsp:txBody>
      <dsp:txXfrm>
        <a:off x="6032775" y="2006266"/>
        <a:ext cx="1710351" cy="684140"/>
      </dsp:txXfrm>
    </dsp:sp>
    <dsp:sp modelId="{5943F6BE-DF7D-42EE-BE7F-F8438A13547B}">
      <dsp:nvSpPr>
        <dsp:cNvPr id="0" name=""/>
        <dsp:cNvSpPr/>
      </dsp:nvSpPr>
      <dsp:spPr>
        <a:xfrm>
          <a:off x="8375956" y="637985"/>
          <a:ext cx="1043314" cy="1043314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419500D-C70F-4EBA-92DD-4BEB8A546B2A}">
      <dsp:nvSpPr>
        <dsp:cNvPr id="0" name=""/>
        <dsp:cNvSpPr/>
      </dsp:nvSpPr>
      <dsp:spPr>
        <a:xfrm>
          <a:off x="8598302" y="860330"/>
          <a:ext cx="598623" cy="598623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6BF929-2296-4FD6-9A70-79EA342398E9}">
      <dsp:nvSpPr>
        <dsp:cNvPr id="0" name=""/>
        <dsp:cNvSpPr/>
      </dsp:nvSpPr>
      <dsp:spPr>
        <a:xfrm>
          <a:off x="8042438" y="2006266"/>
          <a:ext cx="1710351" cy="6841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 dirty="0"/>
            <a:t>Training the ai/ml model.</a:t>
          </a:r>
        </a:p>
      </dsp:txBody>
      <dsp:txXfrm>
        <a:off x="8042438" y="2006266"/>
        <a:ext cx="1710351" cy="6841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2B48F5-BACC-47D6-A0F7-82FBF9C6BC85}" type="datetimeFigureOut">
              <a:rPr lang="en-US"/>
              <a:t>10/7/2025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ACAF8E-318A-4EFE-8633-D9E72ABCE0E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06559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B1CD00-5424-4675-AB18-2C419B060449}" type="datetimeFigureOut">
              <a:rPr lang="en-US"/>
              <a:t>10/7/2025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E2CF44-2B13-41B4-A334-1CDF534EEBB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453856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 bwMode="gray">
          <a:xfrm>
            <a:off x="0" y="2825016"/>
            <a:ext cx="12188952" cy="3180930"/>
          </a:xfrm>
          <a:prstGeom prst="rect">
            <a:avLst/>
          </a:prstGeom>
          <a:solidFill>
            <a:schemeClr val="bg1">
              <a:lumMod val="85000"/>
              <a:lumOff val="1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 userDrawn="1"/>
        </p:nvSpPr>
        <p:spPr bwMode="black">
          <a:xfrm>
            <a:off x="0" y="3075709"/>
            <a:ext cx="12188952" cy="26392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white">
          <a:xfrm>
            <a:off x="1066800" y="3165763"/>
            <a:ext cx="10058400" cy="1711037"/>
          </a:xfrm>
        </p:spPr>
        <p:txBody>
          <a:bodyPr anchor="b">
            <a:normAutofit/>
          </a:bodyPr>
          <a:lstStyle>
            <a:lvl1pPr algn="l">
              <a:lnSpc>
                <a:spcPct val="80000"/>
              </a:lnSpc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white">
          <a:xfrm>
            <a:off x="1066800" y="4953000"/>
            <a:ext cx="10058400" cy="6858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accent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88627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4441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1828800"/>
            <a:ext cx="9144000" cy="2743200"/>
          </a:xfrm>
        </p:spPr>
        <p:txBody>
          <a:bodyPr anchor="b">
            <a:normAutofit/>
          </a:bodyPr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0" y="4589463"/>
            <a:ext cx="9144000" cy="1506537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067780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4000" y="1825625"/>
            <a:ext cx="4343400" cy="427037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4600" y="1825625"/>
            <a:ext cx="4343400" cy="427037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567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7048" y="1828800"/>
            <a:ext cx="4343400" cy="68580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7048" y="2514600"/>
            <a:ext cx="4343400" cy="35814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27648" y="1828800"/>
            <a:ext cx="4343400" cy="68580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27648" y="2514600"/>
            <a:ext cx="4343400" cy="35814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906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976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817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02587" y="1600200"/>
            <a:ext cx="3122613" cy="1828800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0412" y="762000"/>
            <a:ext cx="6400800" cy="5334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001039" y="3429000"/>
            <a:ext cx="3124161" cy="18288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3741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97952" y="1600200"/>
            <a:ext cx="3127248" cy="1828800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781251" y="777240"/>
            <a:ext cx="6400800" cy="5303520"/>
          </a:xfrm>
        </p:spPr>
        <p:txBody>
          <a:bodyPr tIns="45720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97952" y="3429000"/>
            <a:ext cx="3127248" cy="18288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Rectangle 7" descr="An empty placeholder to add an image. Click on the placeholder and select the image that you wish to add."/>
          <p:cNvSpPr/>
          <p:nvPr userDrawn="1"/>
        </p:nvSpPr>
        <p:spPr bwMode="blackWhite">
          <a:xfrm>
            <a:off x="644091" y="640080"/>
            <a:ext cx="6675120" cy="5577840"/>
          </a:xfrm>
          <a:prstGeom prst="rect">
            <a:avLst/>
          </a:prstGeom>
          <a:solidFill>
            <a:srgbClr val="000000"/>
          </a:solidFill>
          <a:ln w="101600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2497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154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57199"/>
            <a:ext cx="1943100" cy="56388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4000" y="457199"/>
            <a:ext cx="7048500" cy="56388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635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4000" y="457200"/>
            <a:ext cx="91440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0" y="1828800"/>
            <a:ext cx="9144000" cy="426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24000" y="6362700"/>
            <a:ext cx="6881553" cy="2571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8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10600" y="6362700"/>
            <a:ext cx="990600" cy="2571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85000"/>
                  </a:schemeClr>
                </a:solidFill>
              </a:defRPr>
            </a:lvl1pPr>
          </a:lstStyle>
          <a:p>
            <a:fld id="{37CC0096-1860-4642-9CD2-0079EA5E7CD1}" type="datetimeFigureOut">
              <a:rPr lang="en-US" smtClean="0"/>
              <a:pPr/>
              <a:t>10/7/2025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29800" y="6362700"/>
            <a:ext cx="838200" cy="2571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85000"/>
                  </a:schemeClr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25986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accent1"/>
        </a:buClr>
        <a:buFont typeface="Arial" pitchFamily="34" charset="0"/>
        <a:buChar char="•"/>
        <a:defRPr sz="20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 typeface="Arial" pitchFamily="34" charset="0"/>
        <a:buChar char="•"/>
        <a:defRPr sz="18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3pPr>
      <a:lvl4pPr marL="123444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4pPr>
      <a:lvl5pPr marL="150876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33172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60604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20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NYAG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Yaksh Aaryan Harman Raman</a:t>
            </a:r>
            <a:endParaRPr dirty="0"/>
          </a:p>
        </p:txBody>
      </p:sp>
      <p:pic>
        <p:nvPicPr>
          <p:cNvPr id="6148" name="Picture 4">
            <a:extLst>
              <a:ext uri="{FF2B5EF4-FFF2-40B4-BE49-F238E27FC236}">
                <a16:creationId xmlns:a16="http://schemas.microsoft.com/office/drawing/2014/main" id="{23F27163-284F-4CCB-8E5A-0238EC380B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68696" y="5638800"/>
            <a:ext cx="12529391" cy="131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7" name="Picture 3" descr="A black and green background&#10;&#10;Description automatically generated">
            <a:extLst>
              <a:ext uri="{FF2B5EF4-FFF2-40B4-BE49-F238E27FC236}">
                <a16:creationId xmlns:a16="http://schemas.microsoft.com/office/drawing/2014/main" id="{A641314E-2C06-6A33-F14D-F7F7878CF3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3986" y="6091724"/>
            <a:ext cx="3981450" cy="742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6" name="Picture 2" descr="A logo with a green circle and white text&#10;&#10;Description automatically generated">
            <a:extLst>
              <a:ext uri="{FF2B5EF4-FFF2-40B4-BE49-F238E27FC236}">
                <a16:creationId xmlns:a16="http://schemas.microsoft.com/office/drawing/2014/main" id="{39A7E851-9557-04B1-F1E3-D2CDA7C337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112" y="5950433"/>
            <a:ext cx="1857375" cy="790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4538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8FEDC7B8-3347-F022-318A-46B4D0C000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8328" y="34451"/>
            <a:ext cx="380682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Problem</a:t>
            </a:r>
            <a:endParaRPr dirty="0"/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1524000" y="1828800"/>
            <a:ext cx="7812360" cy="4267200"/>
          </a:xfrm>
        </p:spPr>
        <p:txBody>
          <a:bodyPr>
            <a:normAutofit lnSpcReduction="10000"/>
          </a:bodyPr>
          <a:lstStyle/>
          <a:p>
            <a:r>
              <a:rPr lang="en-CA" dirty="0"/>
              <a:t>Traditional non-player characters (NPCs) are static state machines.</a:t>
            </a:r>
          </a:p>
          <a:p>
            <a:r>
              <a:rPr lang="en-CA" dirty="0"/>
              <a:t>The game experience is predictable.</a:t>
            </a:r>
            <a:endParaRPr dirty="0"/>
          </a:p>
          <a:p>
            <a:r>
              <a:rPr lang="en-CA" dirty="0"/>
              <a:t>Player engagement is minimal.</a:t>
            </a:r>
          </a:p>
          <a:p>
            <a:r>
              <a:rPr lang="en-CA" dirty="0"/>
              <a:t>Reduced long-term engagement.</a:t>
            </a:r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pPr marL="0" indent="0">
              <a:buNone/>
            </a:pPr>
            <a:r>
              <a:rPr lang="en-US" dirty="0"/>
              <a:t>Even classic games like </a:t>
            </a:r>
            <a:r>
              <a:rPr lang="en-US" i="1" dirty="0"/>
              <a:t>Pokémon Red/Blue</a:t>
            </a:r>
            <a:r>
              <a:rPr lang="en-US" dirty="0"/>
              <a:t> or </a:t>
            </a:r>
            <a:r>
              <a:rPr lang="en-US" i="1" dirty="0"/>
              <a:t>Legend of Zelda: Ocarina of Time</a:t>
            </a:r>
            <a:r>
              <a:rPr lang="en-US" dirty="0"/>
              <a:t> use static dialogues that never change, even after major story events.</a:t>
            </a:r>
            <a:endParaRPr lang="en-CA" dirty="0"/>
          </a:p>
          <a:p>
            <a:endParaRPr lang="en-CA" dirty="0"/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428263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Shape, circle&#10;&#10;Description automatically generated">
            <a:extLst>
              <a:ext uri="{FF2B5EF4-FFF2-40B4-BE49-F238E27FC236}">
                <a16:creationId xmlns:a16="http://schemas.microsoft.com/office/drawing/2014/main" id="{165CB97B-9D90-7870-5BA6-AB05A03569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2576"/>
            <a:ext cx="10525125" cy="6343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>
                <a:solidFill>
                  <a:schemeClr val="bg1"/>
                </a:solidFill>
              </a:rPr>
              <a:t>Solution Overview</a:t>
            </a:r>
            <a:endParaRPr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4000" y="1825625"/>
            <a:ext cx="7956376" cy="4270375"/>
          </a:xfrm>
        </p:spPr>
        <p:txBody>
          <a:bodyPr/>
          <a:lstStyle/>
          <a:p>
            <a:r>
              <a:rPr lang="en-CA" dirty="0"/>
              <a:t>2-d game prototype featuring ‘evolving’/’changing’ personality.</a:t>
            </a:r>
            <a:endParaRPr dirty="0"/>
          </a:p>
          <a:p>
            <a:r>
              <a:rPr lang="en-CA" dirty="0"/>
              <a:t>Implement dual-personality model.</a:t>
            </a:r>
            <a:endParaRPr dirty="0"/>
          </a:p>
          <a:p>
            <a:r>
              <a:rPr lang="en-CA" dirty="0"/>
              <a:t>‘Genetic’ and ‘growth’ personalities.</a:t>
            </a:r>
          </a:p>
          <a:p>
            <a:r>
              <a:rPr lang="en-CA" dirty="0"/>
              <a:t>This may foster unique, adaptive responses.</a:t>
            </a:r>
          </a:p>
          <a:p>
            <a:r>
              <a:rPr lang="en-CA" dirty="0"/>
              <a:t>Ideally changing on user choices and inputs.</a:t>
            </a:r>
          </a:p>
        </p:txBody>
      </p:sp>
      <p:pic>
        <p:nvPicPr>
          <p:cNvPr id="2054" name="Picture 6" descr="Shape, circle&#10;&#10;Description automatically generated">
            <a:extLst>
              <a:ext uri="{FF2B5EF4-FFF2-40B4-BE49-F238E27FC236}">
                <a16:creationId xmlns:a16="http://schemas.microsoft.com/office/drawing/2014/main" id="{559CF91B-0F1B-C555-BE03-980F548414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76320" y="-315416"/>
            <a:ext cx="3648075" cy="4533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52613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5400" y="6693"/>
            <a:ext cx="9864080" cy="1334075"/>
          </a:xfrm>
        </p:spPr>
        <p:txBody>
          <a:bodyPr/>
          <a:lstStyle/>
          <a:p>
            <a:r>
              <a:rPr lang="en-US" dirty="0"/>
              <a:t>System Overview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5401" y="1844825"/>
            <a:ext cx="10657184" cy="648072"/>
          </a:xfrm>
          <a:solidFill>
            <a:schemeClr val="bg1"/>
          </a:solidFill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dirty="0"/>
              <a:t>Unity Game ↔ ASP.NET Core Backend ↔ Database (PostgreSQL/SQL Server).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8DEDE78C-A361-F82A-403D-409403B6E10E}"/>
              </a:ext>
            </a:extLst>
          </p:cNvPr>
          <p:cNvSpPr txBox="1">
            <a:spLocks/>
          </p:cNvSpPr>
          <p:nvPr/>
        </p:nvSpPr>
        <p:spPr>
          <a:xfrm>
            <a:off x="695400" y="3449284"/>
            <a:ext cx="10801199" cy="30760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itchFamily="34" charset="0"/>
              <a:buNone/>
              <a:defRPr sz="2000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Arial" pitchFamily="34" charset="0"/>
              <a:buNone/>
              <a:defRPr sz="20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None/>
              <a:defRPr sz="18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None/>
              <a:defRPr sz="16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None/>
              <a:defRPr sz="16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itchFamily="34" charset="0"/>
              <a:buChar char="•"/>
            </a:pPr>
            <a:r>
              <a:rPr lang="en-CA" dirty="0"/>
              <a:t>2-D game client in Unity.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CA" dirty="0"/>
              <a:t>AI/ML model personality system.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CA" dirty="0"/>
              <a:t>Adaptive dialogue &amp; behaviour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CA" dirty="0"/>
              <a:t>Persistent NPC state storage.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CA" dirty="0"/>
              <a:t>Smooth front-end and back-end integration.</a:t>
            </a:r>
          </a:p>
          <a:p>
            <a:pPr marL="342900" indent="-342900">
              <a:buFont typeface="Arial" pitchFamily="34" charset="0"/>
              <a:buChar char="•"/>
            </a:pPr>
            <a:endParaRPr lang="en-CA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0446B86-83D6-E18B-9FD4-DDE5BCAD3B20}"/>
              </a:ext>
            </a:extLst>
          </p:cNvPr>
          <p:cNvSpPr txBox="1">
            <a:spLocks/>
          </p:cNvSpPr>
          <p:nvPr/>
        </p:nvSpPr>
        <p:spPr>
          <a:xfrm>
            <a:off x="695400" y="2297156"/>
            <a:ext cx="9864080" cy="83823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Key Objectives</a:t>
            </a: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FA3A9BE7-EBA7-7B60-6960-35B7C8151E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5017" y="3695700"/>
            <a:ext cx="2838450" cy="3162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44352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Functional Features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7048" y="1828800"/>
            <a:ext cx="9537504" cy="3904456"/>
          </a:xfrm>
        </p:spPr>
        <p:txBody>
          <a:bodyPr>
            <a:normAutofit fontScale="92500"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CA" dirty="0"/>
              <a:t>Game logic.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CA" dirty="0"/>
              <a:t>Player interaction.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CA" dirty="0"/>
              <a:t>NPC personality.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CA" dirty="0"/>
              <a:t>Persistence of NPC state.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CA" dirty="0"/>
              <a:t>Backend and frontend integration.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CA" dirty="0"/>
              <a:t>AI/ML integration.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dirty="0"/>
          </a:p>
        </p:txBody>
      </p:sp>
      <p:pic>
        <p:nvPicPr>
          <p:cNvPr id="4098" name="Picture 2" descr="Shape, circle&#10;&#10;Description automatically generated">
            <a:extLst>
              <a:ext uri="{FF2B5EF4-FFF2-40B4-BE49-F238E27FC236}">
                <a16:creationId xmlns:a16="http://schemas.microsoft.com/office/drawing/2014/main" id="{0D4C7AAC-E4E1-49D1-98E7-36767D0AD0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0136" y="-1251520"/>
            <a:ext cx="616743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D3848D58-6119-1385-1DEF-02B781AF4C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3550" y="3573016"/>
            <a:ext cx="2838450" cy="3162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58423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Non-functional Features</a:t>
            </a:r>
            <a:endParaRPr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461044-536D-74EE-E3BA-11566D416C90}"/>
              </a:ext>
            </a:extLst>
          </p:cNvPr>
          <p:cNvSpPr txBox="1">
            <a:spLocks/>
          </p:cNvSpPr>
          <p:nvPr/>
        </p:nvSpPr>
        <p:spPr>
          <a:xfrm>
            <a:off x="1527048" y="1828800"/>
            <a:ext cx="9537504" cy="390445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/>
              </a:buClr>
              <a:buFont typeface="Arial" pitchFamily="34" charset="0"/>
              <a:buChar char="•"/>
              <a:defRPr sz="20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9436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Arial" pitchFamily="34" charset="0"/>
              <a:buChar char="•"/>
              <a:defRPr sz="18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344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0876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33172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6060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</a:pPr>
            <a:r>
              <a:rPr lang="en-US" dirty="0"/>
              <a:t>Performance.</a:t>
            </a:r>
          </a:p>
          <a:p>
            <a:pPr marL="342900" indent="-342900">
              <a:lnSpc>
                <a:spcPct val="150000"/>
              </a:lnSpc>
            </a:pPr>
            <a:r>
              <a:rPr lang="en-US" dirty="0"/>
              <a:t>Reliability.</a:t>
            </a:r>
          </a:p>
          <a:p>
            <a:pPr marL="342900" indent="-342900">
              <a:lnSpc>
                <a:spcPct val="150000"/>
              </a:lnSpc>
            </a:pPr>
            <a:r>
              <a:rPr lang="en-US" dirty="0"/>
              <a:t>Scalability.</a:t>
            </a:r>
          </a:p>
          <a:p>
            <a:pPr marL="342900" indent="-342900">
              <a:lnSpc>
                <a:spcPct val="150000"/>
              </a:lnSpc>
            </a:pPr>
            <a:r>
              <a:rPr lang="en-US" dirty="0"/>
              <a:t>Usability.</a:t>
            </a:r>
          </a:p>
          <a:p>
            <a:pPr marL="342900" indent="-342900">
              <a:lnSpc>
                <a:spcPct val="150000"/>
              </a:lnSpc>
            </a:pPr>
            <a:r>
              <a:rPr lang="en-US" dirty="0"/>
              <a:t>Maintainability.</a:t>
            </a:r>
          </a:p>
          <a:p>
            <a:pPr marL="342900" indent="-342900">
              <a:lnSpc>
                <a:spcPct val="150000"/>
              </a:lnSpc>
            </a:pPr>
            <a:r>
              <a:rPr lang="en-US" dirty="0"/>
              <a:t>Portability.</a:t>
            </a:r>
          </a:p>
          <a:p>
            <a:pPr marL="342900" indent="-342900"/>
            <a:endParaRPr 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C35D7105-F001-37E4-AF11-F55FC958F1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0336" y="0"/>
            <a:ext cx="380682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9886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ABBCA-67C0-F677-3897-0118A309D31A}"/>
              </a:ext>
            </a:extLst>
          </p:cNvPr>
          <p:cNvSpPr txBox="1">
            <a:spLocks/>
          </p:cNvSpPr>
          <p:nvPr/>
        </p:nvSpPr>
        <p:spPr>
          <a:xfrm>
            <a:off x="1524000" y="457200"/>
            <a:ext cx="91440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kern="1200" dirty="0">
                <a:latin typeface="+mj-lt"/>
                <a:ea typeface="+mj-ea"/>
                <a:cs typeface="+mj-cs"/>
              </a:rPr>
              <a:t>Challenges and risk</a:t>
            </a:r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957AF4B7-1153-9E5B-C4C2-B208C4D71F9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27502428"/>
              </p:ext>
            </p:extLst>
          </p:nvPr>
        </p:nvGraphicFramePr>
        <p:xfrm>
          <a:off x="1524000" y="1828800"/>
          <a:ext cx="9756576" cy="33283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122" name="Picture 2" descr="Shape, circle&#10;&#10;Description automatically generated">
            <a:extLst>
              <a:ext uri="{FF2B5EF4-FFF2-40B4-BE49-F238E27FC236}">
                <a16:creationId xmlns:a16="http://schemas.microsoft.com/office/drawing/2014/main" id="{BD7858E8-8EE4-074B-75CC-B97CD67064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42528" y="2348880"/>
            <a:ext cx="7344816" cy="7178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11808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3472" y="332656"/>
            <a:ext cx="9865096" cy="1008112"/>
          </a:xfrm>
        </p:spPr>
        <p:txBody>
          <a:bodyPr/>
          <a:lstStyle/>
          <a:p>
            <a:r>
              <a:rPr lang="en-US" dirty="0"/>
              <a:t>Software Tools</a:t>
            </a:r>
            <a:endParaRPr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0ADC9775-0C25-D247-2893-49077DC52B4F}"/>
              </a:ext>
            </a:extLst>
          </p:cNvPr>
          <p:cNvSpPr txBox="1">
            <a:spLocks/>
          </p:cNvSpPr>
          <p:nvPr/>
        </p:nvSpPr>
        <p:spPr>
          <a:xfrm>
            <a:off x="1527048" y="1828800"/>
            <a:ext cx="8889432" cy="390445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/>
              </a:buClr>
              <a:buFont typeface="Arial" pitchFamily="34" charset="0"/>
              <a:buChar char="•"/>
              <a:defRPr sz="20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9436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Arial" pitchFamily="34" charset="0"/>
              <a:buChar char="•"/>
              <a:defRPr sz="18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344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0876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33172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6060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</a:pPr>
            <a:r>
              <a:rPr lang="en-US" dirty="0"/>
              <a:t>Unity</a:t>
            </a:r>
          </a:p>
          <a:p>
            <a:pPr marL="342900" indent="-342900">
              <a:lnSpc>
                <a:spcPct val="150000"/>
              </a:lnSpc>
            </a:pPr>
            <a:r>
              <a:rPr lang="en-US" dirty="0" err="1"/>
              <a:t>ASP.Net</a:t>
            </a:r>
            <a:r>
              <a:rPr lang="en-US" dirty="0"/>
              <a:t> Core</a:t>
            </a:r>
          </a:p>
          <a:p>
            <a:pPr marL="342900" indent="-342900">
              <a:lnSpc>
                <a:spcPct val="150000"/>
              </a:lnSpc>
            </a:pPr>
            <a:r>
              <a:rPr lang="en-US" dirty="0"/>
              <a:t>Database: Postgres</a:t>
            </a:r>
          </a:p>
          <a:p>
            <a:pPr marL="342900" indent="-342900">
              <a:lnSpc>
                <a:spcPct val="150000"/>
              </a:lnSpc>
            </a:pPr>
            <a:r>
              <a:rPr lang="en-US" dirty="0"/>
              <a:t>GitHub and Unity Version Control</a:t>
            </a:r>
          </a:p>
          <a:p>
            <a:pPr marL="342900" indent="-342900">
              <a:lnSpc>
                <a:spcPct val="150000"/>
              </a:lnSpc>
            </a:pPr>
            <a:r>
              <a:rPr lang="en-US" dirty="0"/>
              <a:t>ML libraries and LLM models.</a:t>
            </a:r>
          </a:p>
          <a:p>
            <a:pPr marL="342900" indent="-342900"/>
            <a:endParaRPr lang="en-US"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0F903382-8236-2A27-9A5B-CC77F5838C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63125" y="0"/>
            <a:ext cx="2428875" cy="2181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>
            <a:extLst>
              <a:ext uri="{FF2B5EF4-FFF2-40B4-BE49-F238E27FC236}">
                <a16:creationId xmlns:a16="http://schemas.microsoft.com/office/drawing/2014/main" id="{61511B94-B539-2B6D-88E5-847FE7423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467350"/>
            <a:ext cx="1552575" cy="1390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25601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31504" y="457200"/>
            <a:ext cx="9036496" cy="1143000"/>
          </a:xfrm>
        </p:spPr>
        <p:txBody>
          <a:bodyPr anchor="b">
            <a:normAutofit/>
          </a:bodyPr>
          <a:lstStyle/>
          <a:p>
            <a:pPr algn="ctr"/>
            <a:r>
              <a:rPr lang="en-CA" dirty="0"/>
              <a:t>Questions??</a:t>
            </a:r>
            <a:endParaRPr dirty="0"/>
          </a:p>
        </p:txBody>
      </p:sp>
      <p:pic>
        <p:nvPicPr>
          <p:cNvPr id="7" name="Picture Placeholder 6" descr="A person in a suit with his arms out&#10;&#10;AI-generated content may be incorrect.">
            <a:extLst>
              <a:ext uri="{FF2B5EF4-FFF2-40B4-BE49-F238E27FC236}">
                <a16:creationId xmlns:a16="http://schemas.microsoft.com/office/drawing/2014/main" id="{39EC4CBE-9ECE-D85A-1754-1B2B732B02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199014" y="1828800"/>
            <a:ext cx="7793972" cy="4267200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18576406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erson in the sand on a beach&#10;&#10;AI-generated content may be incorrect.">
            <a:extLst>
              <a:ext uri="{FF2B5EF4-FFF2-40B4-BE49-F238E27FC236}">
                <a16:creationId xmlns:a16="http://schemas.microsoft.com/office/drawing/2014/main" id="{14184543-33AC-A210-B62E-1CD2C48A1B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5560" y="188640"/>
            <a:ext cx="7776864" cy="6480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5879621"/>
      </p:ext>
    </p:extLst>
  </p:cSld>
  <p:clrMapOvr>
    <a:masterClrMapping/>
  </p:clrMapOvr>
</p:sld>
</file>

<file path=ppt/theme/theme1.xml><?xml version="1.0" encoding="utf-8"?>
<a:theme xmlns:a="http://schemas.openxmlformats.org/drawingml/2006/main" name="Tech Computer 16x9">
  <a:themeElements>
    <a:clrScheme name="TechComputer">
      <a:dk1>
        <a:srgbClr val="000000"/>
      </a:dk1>
      <a:lt1>
        <a:sysClr val="window" lastClr="FFFFFF"/>
      </a:lt1>
      <a:dk2>
        <a:srgbClr val="4D4D4D"/>
      </a:dk2>
      <a:lt2>
        <a:srgbClr val="DDDDDD"/>
      </a:lt2>
      <a:accent1>
        <a:srgbClr val="92D050"/>
      </a:accent1>
      <a:accent2>
        <a:srgbClr val="F7C331"/>
      </a:accent2>
      <a:accent3>
        <a:srgbClr val="47B8C7"/>
      </a:accent3>
      <a:accent4>
        <a:srgbClr val="B074BA"/>
      </a:accent4>
      <a:accent5>
        <a:srgbClr val="F34D47"/>
      </a:accent5>
      <a:accent6>
        <a:srgbClr val="FA8F30"/>
      </a:accent6>
      <a:hlink>
        <a:srgbClr val="47B8C7"/>
      </a:hlink>
      <a:folHlink>
        <a:srgbClr val="969696"/>
      </a:folHlink>
    </a:clrScheme>
    <a:fontScheme name="Consolas-Candara">
      <a:majorFont>
        <a:latin typeface="Consolas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2901026.potx" id="{FD85E87A-7813-4F67-9E59-69B5487A1910}" vid="{BDF94C36-3ACF-4CF1-939F-F4211E6D666F}"/>
    </a:ext>
  </a:extLst>
</a:theme>
</file>

<file path=ppt/theme/theme2.xml><?xml version="1.0" encoding="utf-8"?>
<a:theme xmlns:a="http://schemas.openxmlformats.org/drawingml/2006/main" name="Office Theme">
  <a:themeElements>
    <a:clrScheme name="TechComputer">
      <a:dk1>
        <a:srgbClr val="000000"/>
      </a:dk1>
      <a:lt1>
        <a:sysClr val="window" lastClr="FFFFFF"/>
      </a:lt1>
      <a:dk2>
        <a:srgbClr val="4D4D4D"/>
      </a:dk2>
      <a:lt2>
        <a:srgbClr val="DDDDDD"/>
      </a:lt2>
      <a:accent1>
        <a:srgbClr val="92D050"/>
      </a:accent1>
      <a:accent2>
        <a:srgbClr val="F7C331"/>
      </a:accent2>
      <a:accent3>
        <a:srgbClr val="47B8C7"/>
      </a:accent3>
      <a:accent4>
        <a:srgbClr val="B074BA"/>
      </a:accent4>
      <a:accent5>
        <a:srgbClr val="F34D47"/>
      </a:accent5>
      <a:accent6>
        <a:srgbClr val="FA8F30"/>
      </a:accent6>
      <a:hlink>
        <a:srgbClr val="47B8C7"/>
      </a:hlink>
      <a:folHlink>
        <a:srgbClr val="969696"/>
      </a:folHlink>
    </a:clrScheme>
    <a:fontScheme name="Consolas-Candara">
      <a:majorFont>
        <a:latin typeface="Consolas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TechComputer">
      <a:dk1>
        <a:srgbClr val="000000"/>
      </a:dk1>
      <a:lt1>
        <a:sysClr val="window" lastClr="FFFFFF"/>
      </a:lt1>
      <a:dk2>
        <a:srgbClr val="4D4D4D"/>
      </a:dk2>
      <a:lt2>
        <a:srgbClr val="DDDDDD"/>
      </a:lt2>
      <a:accent1>
        <a:srgbClr val="92D050"/>
      </a:accent1>
      <a:accent2>
        <a:srgbClr val="F7C331"/>
      </a:accent2>
      <a:accent3>
        <a:srgbClr val="47B8C7"/>
      </a:accent3>
      <a:accent4>
        <a:srgbClr val="B074BA"/>
      </a:accent4>
      <a:accent5>
        <a:srgbClr val="F34D47"/>
      </a:accent5>
      <a:accent6>
        <a:srgbClr val="FA8F30"/>
      </a:accent6>
      <a:hlink>
        <a:srgbClr val="47B8C7"/>
      </a:hlink>
      <a:folHlink>
        <a:srgbClr val="969696"/>
      </a:folHlink>
    </a:clrScheme>
    <a:fontScheme name="Consolas-Candara">
      <a:majorFont>
        <a:latin typeface="Consolas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Business technology circuit board design presentation (widescreen)</Template>
  <TotalTime>291</TotalTime>
  <Words>250</Words>
  <Application>Microsoft Office PowerPoint</Application>
  <PresentationFormat>Widescreen</PresentationFormat>
  <Paragraphs>52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Candara</vt:lpstr>
      <vt:lpstr>Consolas</vt:lpstr>
      <vt:lpstr>Tech Computer 16x9</vt:lpstr>
      <vt:lpstr>NYAG</vt:lpstr>
      <vt:lpstr>Problem</vt:lpstr>
      <vt:lpstr>Solution Overview</vt:lpstr>
      <vt:lpstr>System Overview</vt:lpstr>
      <vt:lpstr>Functional Features</vt:lpstr>
      <vt:lpstr>Non-functional Features</vt:lpstr>
      <vt:lpstr>PowerPoint Presentation</vt:lpstr>
      <vt:lpstr>Software Tools</vt:lpstr>
      <vt:lpstr>Questions??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Yaksh Sharma</dc:creator>
  <cp:lastModifiedBy>Yaksh Sharma</cp:lastModifiedBy>
  <cp:revision>3</cp:revision>
  <dcterms:created xsi:type="dcterms:W3CDTF">2025-10-08T00:05:23Z</dcterms:created>
  <dcterms:modified xsi:type="dcterms:W3CDTF">2025-10-08T05:05:54Z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